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58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B00D37-2B83-6AE8-BD45-844772D26D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Test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AD37224-CFA2-6E9C-BBCB-A762062517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untertitel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9488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9186A4-AB6F-7EF8-7378-99F3526C7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Seite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A7B0F9-E75C-51D1-1CC9-1DA1FAF62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Es geht um</a:t>
            </a:r>
          </a:p>
          <a:p>
            <a:r>
              <a:rPr lang="de-DE" dirty="0"/>
              <a:t>Dies</a:t>
            </a:r>
          </a:p>
          <a:p>
            <a:r>
              <a:rPr lang="de-DE" dirty="0"/>
              <a:t>Und Das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55CA7F2-4B7D-0F17-5815-F8E31D06E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2476500"/>
            <a:ext cx="24003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91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BE89D8-6C7B-FDD5-6DBB-C1B16CB76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Noch eine	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6D70FE02-DA5E-038B-401B-B50F303C02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3144416"/>
              </p:ext>
            </p:extLst>
          </p:nvPr>
        </p:nvGraphicFramePr>
        <p:xfrm>
          <a:off x="2230438" y="2638425"/>
          <a:ext cx="7729730" cy="1317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946">
                  <a:extLst>
                    <a:ext uri="{9D8B030D-6E8A-4147-A177-3AD203B41FA5}">
                      <a16:colId xmlns:a16="http://schemas.microsoft.com/office/drawing/2014/main" val="1226959094"/>
                    </a:ext>
                  </a:extLst>
                </a:gridCol>
                <a:gridCol w="1545946">
                  <a:extLst>
                    <a:ext uri="{9D8B030D-6E8A-4147-A177-3AD203B41FA5}">
                      <a16:colId xmlns:a16="http://schemas.microsoft.com/office/drawing/2014/main" val="2559489467"/>
                    </a:ext>
                  </a:extLst>
                </a:gridCol>
                <a:gridCol w="1545946">
                  <a:extLst>
                    <a:ext uri="{9D8B030D-6E8A-4147-A177-3AD203B41FA5}">
                      <a16:colId xmlns:a16="http://schemas.microsoft.com/office/drawing/2014/main" val="1296513987"/>
                    </a:ext>
                  </a:extLst>
                </a:gridCol>
                <a:gridCol w="1545946">
                  <a:extLst>
                    <a:ext uri="{9D8B030D-6E8A-4147-A177-3AD203B41FA5}">
                      <a16:colId xmlns:a16="http://schemas.microsoft.com/office/drawing/2014/main" val="2987775337"/>
                    </a:ext>
                  </a:extLst>
                </a:gridCol>
                <a:gridCol w="1545946">
                  <a:extLst>
                    <a:ext uri="{9D8B030D-6E8A-4147-A177-3AD203B41FA5}">
                      <a16:colId xmlns:a16="http://schemas.microsoft.com/office/drawing/2014/main" val="3033875767"/>
                    </a:ext>
                  </a:extLst>
                </a:gridCol>
              </a:tblGrid>
              <a:tr h="658745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180041"/>
                  </a:ext>
                </a:extLst>
              </a:tr>
              <a:tr h="658745">
                <a:tc>
                  <a:txBody>
                    <a:bodyPr/>
                    <a:lstStyle/>
                    <a:p>
                      <a:r>
                        <a:rPr lang="de-DE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988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9121987"/>
      </p:ext>
    </p:extLst>
  </p:cSld>
  <p:clrMapOvr>
    <a:masterClrMapping/>
  </p:clrMapOvr>
</p:sld>
</file>

<file path=ppt/theme/theme1.xml><?xml version="1.0" encoding="utf-8"?>
<a:theme xmlns:a="http://schemas.openxmlformats.org/drawingml/2006/main" name="Pa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TM10001115[[fn=Paket]]</Template>
  <TotalTime>0</TotalTime>
  <Words>24</Words>
  <Application>Microsoft Office PowerPoint</Application>
  <PresentationFormat>Breitbild</PresentationFormat>
  <Paragraphs>17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6" baseType="lpstr">
      <vt:lpstr>Arial</vt:lpstr>
      <vt:lpstr>Gill Sans MT</vt:lpstr>
      <vt:lpstr>Paket</vt:lpstr>
      <vt:lpstr>Test </vt:lpstr>
      <vt:lpstr>Seite 1</vt:lpstr>
      <vt:lpstr>Noch eine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Concordia lenz</dc:creator>
  <cp:lastModifiedBy>Concordia lenz</cp:lastModifiedBy>
  <cp:revision>1</cp:revision>
  <dcterms:created xsi:type="dcterms:W3CDTF">2026-04-30T06:39:32Z</dcterms:created>
  <dcterms:modified xsi:type="dcterms:W3CDTF">2026-04-30T06:43:49Z</dcterms:modified>
</cp:coreProperties>
</file>